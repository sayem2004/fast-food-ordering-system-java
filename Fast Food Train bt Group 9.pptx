
<file path=[Content_Types].xml><?xml version="1.0" encoding="utf-8"?>
<Types xmlns="http://schemas.openxmlformats.org/package/2006/content-types">
  <Default Extension="bin" ContentType="application/vnd.ms-office.activeX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activeX/activeX1.xml" ContentType="application/vnd.ms-office.activeX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70C0"/>
    <a:srgbClr val="E7E6E6"/>
    <a:srgbClr val="1976D3"/>
    <a:srgbClr val="FFC0CB"/>
    <a:srgbClr val="884E9F"/>
    <a:srgbClr val="AA336A"/>
    <a:srgbClr val="BC2A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099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activeX/_rels/activeX1.xml.rels><?xml version="1.0" encoding="UTF-8" standalone="yes"?>
<Relationships xmlns="http://schemas.openxmlformats.org/package/2006/relationships"><Relationship Id="rId1" Type="http://schemas.microsoft.com/office/2006/relationships/activeXControlBinary" Target="activeX1.bin"/></Relationships>
</file>

<file path=ppt/activeX/activeX1.xml><?xml version="1.0" encoding="utf-8"?>
<ax:ocx xmlns:ax="http://schemas.microsoft.com/office/2006/activeX" xmlns:r="http://schemas.openxmlformats.org/officeDocument/2006/relationships" ax:classid="{8BD21D30-EC42-11CE-9E0D-00AA006002F3}" ax:persistence="persistStorage" r:id="rId1"/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3F8D8-64F4-ABA3-E586-BDEE2911AB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732238-C2E5-7684-AD0F-0BC7D6E3A6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0DB505-777B-838B-8280-37CD1FFEA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61B69-7EBB-403D-9F4E-C3FCCDA298AD}" type="datetimeFigureOut">
              <a:rPr lang="en-US" smtClean="0"/>
              <a:t>1/2/2023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45DE43-9AF9-BD16-87A0-C42613843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64D843-8E0B-38DE-0737-9B19C105B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5F86D-0D50-44C3-809F-9A2983B07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0998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8D15E-C1C8-D243-B9D4-77B5D1F1B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189D67-9D78-3BDD-BBB5-ECAFD83E2E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0A0855-E37B-09E6-6347-351411014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61B69-7EBB-403D-9F4E-C3FCCDA298AD}" type="datetimeFigureOut">
              <a:rPr lang="en-US" smtClean="0"/>
              <a:t>1/2/2023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5817E1-5DA3-DF68-2EC9-0F0091BCF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E1B845-326C-8FD7-7493-ECC813DEA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5F86D-0D50-44C3-809F-9A2983B07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1913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6FDB9-0D6F-2048-7AE3-41CFE44B7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2EC47-5B94-F57F-D6EA-158EF059FD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01B1A3-B021-5691-657F-BEB8C82CA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61B69-7EBB-403D-9F4E-C3FCCDA298AD}" type="datetimeFigureOut">
              <a:rPr lang="en-US" smtClean="0"/>
              <a:t>1/2/2023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1DDC0-AF29-8746-367D-9579A50D0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48351B-6505-A277-9FEC-78C41D73F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5F86D-0D50-44C3-809F-9A2983B07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395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3C0CA-E951-5C39-13E5-7D41BBE89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871649-3235-7CC0-FEF2-8EC05C5258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00A009-2A3F-CD26-ED85-29A861F6AA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8B96BE-1FF1-5B64-7E0D-8F3318838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61B69-7EBB-403D-9F4E-C3FCCDA298AD}" type="datetimeFigureOut">
              <a:rPr lang="en-US" smtClean="0"/>
              <a:t>1/2/2023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EA2726-2F30-90FC-83BD-231C1205A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FFF31D-F32E-FD85-8300-7D0A50AF4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5F86D-0D50-44C3-809F-9A2983B07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24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EE903-C232-CFF0-53BB-B5AADBEA7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2826B6-CDB9-206D-CA15-77218D9F59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7010C2-D0B4-AEE7-7CE1-AC6AF5EF20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A06BB2-8DE8-6CD9-6216-3CA4036833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5D7BB0-F5CA-2B15-2920-0E32220E47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9AE310-CADF-CC55-2F99-6634BE707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61B69-7EBB-403D-9F4E-C3FCCDA298AD}" type="datetimeFigureOut">
              <a:rPr lang="en-US" smtClean="0"/>
              <a:t>1/2/2023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675035-99BB-FC44-1D8F-75C70A016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F0FD90-773C-E714-3F64-6EF2E9B94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5F86D-0D50-44C3-809F-9A2983B07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299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DE1C4-2FA9-0076-5AD7-5A74CCDE3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FA82E0-9F07-F1ED-E6F5-AAA0CAFBC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61B69-7EBB-403D-9F4E-C3FCCDA298AD}" type="datetimeFigureOut">
              <a:rPr lang="en-US" smtClean="0"/>
              <a:t>1/2/2023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3A462E-B127-2ADA-A1A4-BAA420F4B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0F91D1-FE48-576C-B898-C1D7C6478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5F86D-0D50-44C3-809F-9A2983B07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278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D6DE47-776F-CD36-8A7F-123E27E63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61B69-7EBB-403D-9F4E-C3FCCDA298AD}" type="datetimeFigureOut">
              <a:rPr lang="en-US" smtClean="0"/>
              <a:t>1/2/2023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CA001B-421F-BDEE-2A25-A7FC6A9CC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DC47C2-F894-B6ED-E210-756DAF6BE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5F86D-0D50-44C3-809F-9A2983B07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6943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3906F-1482-9F4D-9559-A83EDD51D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B2340B-A2C9-4C37-06E9-15363069D2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56C550-6960-FF69-0D7C-C315D2EBCF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BEE064-57C6-7C2C-F4DF-684ECF72A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61B69-7EBB-403D-9F4E-C3FCCDA298AD}" type="datetimeFigureOut">
              <a:rPr lang="en-US" smtClean="0"/>
              <a:t>1/2/2023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E53BF3-081C-E77F-75BA-91E10AD2B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A9982E-E493-BC84-DFC8-A6AA63580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5F86D-0D50-44C3-809F-9A2983B07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5657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35C58-0CDF-3D8B-3461-D3DF6CDBE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308DFF-1716-DCB4-A3F7-5DE9DE7A65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39639C-BCF4-58D7-FE35-ECB2668D4E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A9C9A6-8E01-903A-DA06-80D99D898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61B69-7EBB-403D-9F4E-C3FCCDA298AD}" type="datetimeFigureOut">
              <a:rPr lang="en-US" smtClean="0"/>
              <a:t>1/2/2023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599D6C-5F36-AE6F-C84E-C1D92A44D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31FDD0-E53C-1E1F-DF9D-622586B0B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5F86D-0D50-44C3-809F-9A2983B07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346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FC55D-56A9-5583-6925-D682D8463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771F73-F38E-EF58-07BE-EC12FF3A21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B04BD8-FC1E-B628-0671-411A82174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61B69-7EBB-403D-9F4E-C3FCCDA298AD}" type="datetimeFigureOut">
              <a:rPr lang="en-US" smtClean="0"/>
              <a:t>1/2/2023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AF541B-BA0A-963A-4093-6E8AD2F97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628909-E8C8-2587-781D-B25FF368D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5F86D-0D50-44C3-809F-9A2983B07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289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8CED7A-8729-44B0-928C-7C9E381410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FFEB6B-19BD-4668-7B85-4755B672DF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E2C72E-B751-336E-2F73-499273330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61B69-7EBB-403D-9F4E-C3FCCDA298AD}" type="datetimeFigureOut">
              <a:rPr lang="en-US" smtClean="0"/>
              <a:t>1/2/2023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C51817-5660-B4CA-8704-CF3AB4F2C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611CC9-33F7-5674-897B-273314244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5F86D-0D50-44C3-809F-9A2983B07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509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932D5C-6C35-10E4-783F-E4FF8F2CE3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13D410-5FD2-F964-446C-C65A060AFD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BDA472-9ED4-FC0E-728C-F9172EEF14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61B69-7EBB-403D-9F4E-C3FCCDA298AD}" type="datetimeFigureOut">
              <a:rPr lang="en-US" smtClean="0"/>
              <a:t>1/2/2023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59FDA-9A43-9815-5A7A-C478D9D663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801280-7A5E-CC47-49F3-A05695AF3D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95F86D-0D50-44C3-809F-9A2983B07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081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slide" Target="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g"/><Relationship Id="rId5" Type="http://schemas.openxmlformats.org/officeDocument/2006/relationships/image" Target="../media/image6.jpg"/><Relationship Id="rId4" Type="http://schemas.openxmlformats.org/officeDocument/2006/relationships/slide" Target="slide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slide" Target="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slideLayout" Target="../slideLayouts/slideLayout7.xml"/><Relationship Id="rId1" Type="http://schemas.openxmlformats.org/officeDocument/2006/relationships/control" Target="../activeX/activeX1.xml"/><Relationship Id="rId4" Type="http://schemas.openxmlformats.org/officeDocument/2006/relationships/image" Target="../media/image10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" Target="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E8EC62-7E7C-AA48-F490-455B37371B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52610" y="1"/>
            <a:ext cx="14344610" cy="694743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3C2FCC2-17A3-8359-24A5-2AD569E4D16D}"/>
              </a:ext>
            </a:extLst>
          </p:cNvPr>
          <p:cNvSpPr/>
          <p:nvPr/>
        </p:nvSpPr>
        <p:spPr>
          <a:xfrm>
            <a:off x="-1730477" y="3429000"/>
            <a:ext cx="3549445" cy="57272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GET STARTED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893CC9-AC6E-C4AD-26C3-7B3949B00F16}"/>
              </a:ext>
            </a:extLst>
          </p:cNvPr>
          <p:cNvSpPr/>
          <p:nvPr/>
        </p:nvSpPr>
        <p:spPr>
          <a:xfrm>
            <a:off x="-1730477" y="4154129"/>
            <a:ext cx="3549445" cy="57272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CONTRIBUTION</a:t>
            </a:r>
          </a:p>
        </p:txBody>
      </p:sp>
    </p:spTree>
    <p:extLst>
      <p:ext uri="{BB962C8B-B14F-4D97-AF65-F5344CB8AC3E}">
        <p14:creationId xmlns:p14="http://schemas.microsoft.com/office/powerpoint/2010/main" val="13077661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D9561D8-7570-4AB2-A734-D712F98E66E9}"/>
              </a:ext>
            </a:extLst>
          </p:cNvPr>
          <p:cNvSpPr/>
          <p:nvPr/>
        </p:nvSpPr>
        <p:spPr>
          <a:xfrm>
            <a:off x="5899355" y="-63910"/>
            <a:ext cx="6292645" cy="685800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737F74-C672-66CF-2F71-21CABE095880}"/>
              </a:ext>
            </a:extLst>
          </p:cNvPr>
          <p:cNvSpPr/>
          <p:nvPr/>
        </p:nvSpPr>
        <p:spPr>
          <a:xfrm>
            <a:off x="6971070" y="381623"/>
            <a:ext cx="4149213" cy="6292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Log In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73D757-8E35-9EB1-10D1-F06B6F3F777B}"/>
              </a:ext>
            </a:extLst>
          </p:cNvPr>
          <p:cNvSpPr/>
          <p:nvPr/>
        </p:nvSpPr>
        <p:spPr>
          <a:xfrm>
            <a:off x="6971070" y="1122713"/>
            <a:ext cx="4149213" cy="6292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Hello! Let’s get started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FDE727A-E80E-6A7F-FE8A-F6C16802FCA1}"/>
              </a:ext>
            </a:extLst>
          </p:cNvPr>
          <p:cNvSpPr/>
          <p:nvPr/>
        </p:nvSpPr>
        <p:spPr>
          <a:xfrm>
            <a:off x="6501581" y="1966453"/>
            <a:ext cx="1799304" cy="6292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bg1">
                    <a:lumMod val="95000"/>
                  </a:schemeClr>
                </a:solidFill>
              </a:rPr>
              <a:t> 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A28209C-385D-2CAC-D8B2-FF9AC1298DDF}"/>
              </a:ext>
            </a:extLst>
          </p:cNvPr>
          <p:cNvSpPr/>
          <p:nvPr/>
        </p:nvSpPr>
        <p:spPr>
          <a:xfrm>
            <a:off x="6691724" y="2202426"/>
            <a:ext cx="127820" cy="15731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90E06A-68B3-2B0C-C584-A2F32EC870E1}"/>
              </a:ext>
            </a:extLst>
          </p:cNvPr>
          <p:cNvSpPr txBox="1"/>
          <p:nvPr/>
        </p:nvSpPr>
        <p:spPr>
          <a:xfrm>
            <a:off x="6854750" y="2109627"/>
            <a:ext cx="1445342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Admin Log In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2849B4D-970A-6561-E710-4840396B75A0}"/>
              </a:ext>
            </a:extLst>
          </p:cNvPr>
          <p:cNvSpPr/>
          <p:nvPr/>
        </p:nvSpPr>
        <p:spPr>
          <a:xfrm>
            <a:off x="9622451" y="1940642"/>
            <a:ext cx="1799304" cy="6292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User Log In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1FDBC47-593A-029C-24B3-0E549173525D}"/>
              </a:ext>
            </a:extLst>
          </p:cNvPr>
          <p:cNvSpPr/>
          <p:nvPr/>
        </p:nvSpPr>
        <p:spPr>
          <a:xfrm>
            <a:off x="9439761" y="2202425"/>
            <a:ext cx="127820" cy="15731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E4A6245-6A9D-3ABF-EF51-6CA8039C2256}"/>
              </a:ext>
            </a:extLst>
          </p:cNvPr>
          <p:cNvSpPr/>
          <p:nvPr/>
        </p:nvSpPr>
        <p:spPr>
          <a:xfrm>
            <a:off x="6096000" y="3098243"/>
            <a:ext cx="1966451" cy="38940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UserName</a:t>
            </a:r>
            <a:r>
              <a:rPr lang="en-US" dirty="0"/>
              <a:t> :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4B9AEBF-88EE-758D-96F1-6122CB5BC35B}"/>
              </a:ext>
            </a:extLst>
          </p:cNvPr>
          <p:cNvSpPr/>
          <p:nvPr/>
        </p:nvSpPr>
        <p:spPr>
          <a:xfrm>
            <a:off x="6489291" y="3471634"/>
            <a:ext cx="4522838" cy="3693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EBCD4B6-8F98-CD15-B63C-2DC81E303302}"/>
              </a:ext>
            </a:extLst>
          </p:cNvPr>
          <p:cNvSpPr/>
          <p:nvPr/>
        </p:nvSpPr>
        <p:spPr>
          <a:xfrm>
            <a:off x="6110748" y="4121708"/>
            <a:ext cx="1720644" cy="3048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Password :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503C3CE-E1F5-ED32-FE40-DB2042C934BE}"/>
              </a:ext>
            </a:extLst>
          </p:cNvPr>
          <p:cNvSpPr/>
          <p:nvPr/>
        </p:nvSpPr>
        <p:spPr>
          <a:xfrm>
            <a:off x="6489291" y="4470759"/>
            <a:ext cx="4522838" cy="3693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hlinkClick r:id="rId2" action="ppaction://hlinksldjump"/>
            <a:extLst>
              <a:ext uri="{FF2B5EF4-FFF2-40B4-BE49-F238E27FC236}">
                <a16:creationId xmlns:a16="http://schemas.microsoft.com/office/drawing/2014/main" id="{6ECC876E-30B9-B43C-CFCC-9080AE69F2D9}"/>
              </a:ext>
            </a:extLst>
          </p:cNvPr>
          <p:cNvSpPr/>
          <p:nvPr/>
        </p:nvSpPr>
        <p:spPr>
          <a:xfrm>
            <a:off x="6400800" y="5108540"/>
            <a:ext cx="4522838" cy="58993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rgbClr val="002060"/>
                </a:solidFill>
              </a:rPr>
              <a:t>Login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A64B277-B3AC-4F7E-6A35-091DD4762B35}"/>
              </a:ext>
            </a:extLst>
          </p:cNvPr>
          <p:cNvSpPr/>
          <p:nvPr/>
        </p:nvSpPr>
        <p:spPr>
          <a:xfrm>
            <a:off x="6353304" y="5826576"/>
            <a:ext cx="2623547" cy="41970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/>
              <a:t>Don’t</a:t>
            </a:r>
            <a:r>
              <a:rPr lang="en-US" b="1" dirty="0"/>
              <a:t> have an account?         </a:t>
            </a:r>
          </a:p>
        </p:txBody>
      </p:sp>
      <p:sp>
        <p:nvSpPr>
          <p:cNvPr id="30" name="Rectangle 29">
            <a:hlinkClick r:id="rId3" action="ppaction://hlinksldjump"/>
            <a:extLst>
              <a:ext uri="{FF2B5EF4-FFF2-40B4-BE49-F238E27FC236}">
                <a16:creationId xmlns:a16="http://schemas.microsoft.com/office/drawing/2014/main" id="{FB546D16-D5DE-2E91-47E4-87C02CEC05B6}"/>
              </a:ext>
            </a:extLst>
          </p:cNvPr>
          <p:cNvSpPr/>
          <p:nvPr/>
        </p:nvSpPr>
        <p:spPr>
          <a:xfrm>
            <a:off x="8976851" y="5919019"/>
            <a:ext cx="1758308" cy="3211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/>
              <a:t>Sign</a:t>
            </a:r>
            <a:r>
              <a:rPr lang="en-US" dirty="0"/>
              <a:t> </a:t>
            </a:r>
            <a:r>
              <a:rPr lang="en-US" sz="2000" b="1" dirty="0"/>
              <a:t>Up</a:t>
            </a:r>
            <a:endParaRPr lang="en-US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B39156-DBB0-CD2D-7116-2EC24672A8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58260" y="-59841"/>
            <a:ext cx="62507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102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1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3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6A06AC8-B227-E3E8-6F3C-EF08F6CD467E}"/>
              </a:ext>
            </a:extLst>
          </p:cNvPr>
          <p:cNvSpPr/>
          <p:nvPr/>
        </p:nvSpPr>
        <p:spPr>
          <a:xfrm>
            <a:off x="-1" y="6309852"/>
            <a:ext cx="6213985" cy="5481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8E03243-7F86-CE15-19E8-D3826DDB4C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0716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9FA68FC-0A96-D010-9060-A870413D05E1}"/>
              </a:ext>
            </a:extLst>
          </p:cNvPr>
          <p:cNvSpPr/>
          <p:nvPr/>
        </p:nvSpPr>
        <p:spPr>
          <a:xfrm>
            <a:off x="-2" y="0"/>
            <a:ext cx="12192000" cy="68580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Graphical user interface, application&#10;&#10;Description automatically generated with medium confidence">
            <a:extLst>
              <a:ext uri="{FF2B5EF4-FFF2-40B4-BE49-F238E27FC236}">
                <a16:creationId xmlns:a16="http://schemas.microsoft.com/office/drawing/2014/main" id="{B82A69CF-FE42-E131-062C-C5723A01ED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570" y="915795"/>
            <a:ext cx="11742857" cy="2666667"/>
          </a:xfrm>
          <a:prstGeom prst="rect">
            <a:avLst/>
          </a:prstGeom>
        </p:spPr>
      </p:pic>
      <p:sp>
        <p:nvSpPr>
          <p:cNvPr id="10" name="AutoShape 4">
            <a:extLst>
              <a:ext uri="{FF2B5EF4-FFF2-40B4-BE49-F238E27FC236}">
                <a16:creationId xmlns:a16="http://schemas.microsoft.com/office/drawing/2014/main" id="{C7BC32A1-4617-A4A5-DFCC-F4C0ECBA3D3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14103" y="3345426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AutoShape 6">
            <a:extLst>
              <a:ext uri="{FF2B5EF4-FFF2-40B4-BE49-F238E27FC236}">
                <a16:creationId xmlns:a16="http://schemas.microsoft.com/office/drawing/2014/main" id="{8C5834F0-1523-7A9D-86F6-0CED8D68794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5" name="Picture 14" descr="A picture containing indoor, dark&#10;&#10;Description automatically generated">
            <a:extLst>
              <a:ext uri="{FF2B5EF4-FFF2-40B4-BE49-F238E27FC236}">
                <a16:creationId xmlns:a16="http://schemas.microsoft.com/office/drawing/2014/main" id="{BE070A52-06BC-2B59-A2A0-65EEFA92FF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6089" y="1250994"/>
            <a:ext cx="1577153" cy="2178006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10BD333D-7F3A-F0AC-2BC5-C5EA12ADCDB9}"/>
              </a:ext>
            </a:extLst>
          </p:cNvPr>
          <p:cNvSpPr/>
          <p:nvPr/>
        </p:nvSpPr>
        <p:spPr>
          <a:xfrm>
            <a:off x="224570" y="3931674"/>
            <a:ext cx="3696929" cy="22024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3C8B3E2-FB6B-317C-9658-401AA57D0FA1}"/>
              </a:ext>
            </a:extLst>
          </p:cNvPr>
          <p:cNvSpPr/>
          <p:nvPr/>
        </p:nvSpPr>
        <p:spPr>
          <a:xfrm>
            <a:off x="4218038" y="3931674"/>
            <a:ext cx="3696929" cy="22024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67012BA-7C7E-73E9-3484-99338094A5AB}"/>
              </a:ext>
            </a:extLst>
          </p:cNvPr>
          <p:cNvSpPr/>
          <p:nvPr/>
        </p:nvSpPr>
        <p:spPr>
          <a:xfrm>
            <a:off x="8270503" y="3858666"/>
            <a:ext cx="3696929" cy="22024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hlinkClick r:id="rId4" action="ppaction://hlinksldjump"/>
            <a:extLst>
              <a:ext uri="{FF2B5EF4-FFF2-40B4-BE49-F238E27FC236}">
                <a16:creationId xmlns:a16="http://schemas.microsoft.com/office/drawing/2014/main" id="{AB38ABCA-137D-DB58-DF70-58B27596E8BA}"/>
              </a:ext>
            </a:extLst>
          </p:cNvPr>
          <p:cNvSpPr/>
          <p:nvPr/>
        </p:nvSpPr>
        <p:spPr>
          <a:xfrm>
            <a:off x="1194619" y="6302478"/>
            <a:ext cx="1406013" cy="294968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Singara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D721BA6-B2EB-5D8E-8DBB-E82CE016418A}"/>
              </a:ext>
            </a:extLst>
          </p:cNvPr>
          <p:cNvSpPr/>
          <p:nvPr/>
        </p:nvSpPr>
        <p:spPr>
          <a:xfrm>
            <a:off x="5545393" y="6302478"/>
            <a:ext cx="1406013" cy="294968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Samocha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29C3742-B7E9-2EBD-0B71-481408153979}"/>
              </a:ext>
            </a:extLst>
          </p:cNvPr>
          <p:cNvSpPr/>
          <p:nvPr/>
        </p:nvSpPr>
        <p:spPr>
          <a:xfrm>
            <a:off x="9679858" y="6302478"/>
            <a:ext cx="1406013" cy="294968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Burger</a:t>
            </a:r>
          </a:p>
        </p:txBody>
      </p:sp>
      <p:pic>
        <p:nvPicPr>
          <p:cNvPr id="23" name="Picture 22" descr="A picture containing food, dish, snack food&#10;&#10;Description automatically generated">
            <a:hlinkClick r:id="rId4" action="ppaction://hlinksldjump"/>
            <a:extLst>
              <a:ext uri="{FF2B5EF4-FFF2-40B4-BE49-F238E27FC236}">
                <a16:creationId xmlns:a16="http://schemas.microsoft.com/office/drawing/2014/main" id="{DCF100B0-6B5B-EDFF-D074-3B49E3A26CC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568" y="3934132"/>
            <a:ext cx="3696929" cy="2206012"/>
          </a:xfrm>
          <a:prstGeom prst="rect">
            <a:avLst/>
          </a:prstGeom>
        </p:spPr>
      </p:pic>
      <p:pic>
        <p:nvPicPr>
          <p:cNvPr id="29" name="Picture 28" descr="A plate of food&#10;&#10;Description automatically generated with medium confidence">
            <a:extLst>
              <a:ext uri="{FF2B5EF4-FFF2-40B4-BE49-F238E27FC236}">
                <a16:creationId xmlns:a16="http://schemas.microsoft.com/office/drawing/2014/main" id="{6D35D6EF-8EF4-B641-46F4-A8D4898CD6B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8038" y="3931674"/>
            <a:ext cx="3705957" cy="2213714"/>
          </a:xfrm>
          <a:prstGeom prst="rect">
            <a:avLst/>
          </a:prstGeom>
        </p:spPr>
      </p:pic>
      <p:pic>
        <p:nvPicPr>
          <p:cNvPr id="31" name="Picture 30" descr="A picture containing snack food, table, sandwich, food&#10;&#10;Description automatically generated">
            <a:extLst>
              <a:ext uri="{FF2B5EF4-FFF2-40B4-BE49-F238E27FC236}">
                <a16:creationId xmlns:a16="http://schemas.microsoft.com/office/drawing/2014/main" id="{3680500A-1278-A637-3524-F7310FB484A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0156" y="3878712"/>
            <a:ext cx="3667271" cy="2163212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9B79E9D5-5F66-3A90-CEF7-F0C07E6E0FBB}"/>
              </a:ext>
            </a:extLst>
          </p:cNvPr>
          <p:cNvSpPr/>
          <p:nvPr/>
        </p:nvSpPr>
        <p:spPr>
          <a:xfrm>
            <a:off x="224568" y="238181"/>
            <a:ext cx="9075174" cy="501779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 dirty="0">
                <a:solidFill>
                  <a:schemeClr val="tx1"/>
                </a:solidFill>
              </a:rPr>
              <a:t>Welcome to our Fast Food Train</a:t>
            </a:r>
          </a:p>
        </p:txBody>
      </p:sp>
    </p:spTree>
    <p:extLst>
      <p:ext uri="{BB962C8B-B14F-4D97-AF65-F5344CB8AC3E}">
        <p14:creationId xmlns:p14="http://schemas.microsoft.com/office/powerpoint/2010/main" val="37759384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9FA68FC-0A96-D010-9060-A870413D05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AutoShape 4">
            <a:extLst>
              <a:ext uri="{FF2B5EF4-FFF2-40B4-BE49-F238E27FC236}">
                <a16:creationId xmlns:a16="http://schemas.microsoft.com/office/drawing/2014/main" id="{C7BC32A1-4617-A4A5-DFCC-F4C0ECBA3D3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14103" y="3345426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AutoShape 6">
            <a:extLst>
              <a:ext uri="{FF2B5EF4-FFF2-40B4-BE49-F238E27FC236}">
                <a16:creationId xmlns:a16="http://schemas.microsoft.com/office/drawing/2014/main" id="{8C5834F0-1523-7A9D-86F6-0CED8D68794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BD333D-7F3A-F0AC-2BC5-C5EA12ADCDB9}"/>
              </a:ext>
            </a:extLst>
          </p:cNvPr>
          <p:cNvSpPr/>
          <p:nvPr/>
        </p:nvSpPr>
        <p:spPr>
          <a:xfrm>
            <a:off x="1079724" y="1319040"/>
            <a:ext cx="3696929" cy="22024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3C8B3E2-FB6B-317C-9658-401AA57D0FA1}"/>
              </a:ext>
            </a:extLst>
          </p:cNvPr>
          <p:cNvSpPr/>
          <p:nvPr/>
        </p:nvSpPr>
        <p:spPr>
          <a:xfrm>
            <a:off x="6653979" y="1293195"/>
            <a:ext cx="3696929" cy="22024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hlinkClick r:id="rId2" action="ppaction://hlinksldjump"/>
            <a:extLst>
              <a:ext uri="{FF2B5EF4-FFF2-40B4-BE49-F238E27FC236}">
                <a16:creationId xmlns:a16="http://schemas.microsoft.com/office/drawing/2014/main" id="{AB38ABCA-137D-DB58-DF70-58B27596E8BA}"/>
              </a:ext>
            </a:extLst>
          </p:cNvPr>
          <p:cNvSpPr/>
          <p:nvPr/>
        </p:nvSpPr>
        <p:spPr>
          <a:xfrm>
            <a:off x="1785984" y="3607948"/>
            <a:ext cx="1628642" cy="337246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Kolija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Singara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D721BA6-B2EB-5D8E-8DBB-E82CE016418A}"/>
              </a:ext>
            </a:extLst>
          </p:cNvPr>
          <p:cNvSpPr/>
          <p:nvPr/>
        </p:nvSpPr>
        <p:spPr>
          <a:xfrm>
            <a:off x="7797358" y="3607948"/>
            <a:ext cx="1406013" cy="294968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Alu </a:t>
            </a:r>
            <a:r>
              <a:rPr lang="en-US" dirty="0" err="1">
                <a:solidFill>
                  <a:schemeClr val="tx1"/>
                </a:solidFill>
              </a:rPr>
              <a:t>Singara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23" name="Picture 22" descr="A picture containing food, dish, snack food&#10;&#10;Description automatically generated">
            <a:hlinkClick r:id="rId2" action="ppaction://hlinksldjump"/>
            <a:extLst>
              <a:ext uri="{FF2B5EF4-FFF2-40B4-BE49-F238E27FC236}">
                <a16:creationId xmlns:a16="http://schemas.microsoft.com/office/drawing/2014/main" id="{DCF100B0-6B5B-EDFF-D074-3B49E3A26C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490" y="1291402"/>
            <a:ext cx="3696929" cy="2206012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9B79E9D5-5F66-3A90-CEF7-F0C07E6E0FBB}"/>
              </a:ext>
            </a:extLst>
          </p:cNvPr>
          <p:cNvSpPr/>
          <p:nvPr/>
        </p:nvSpPr>
        <p:spPr>
          <a:xfrm>
            <a:off x="224568" y="238181"/>
            <a:ext cx="9075174" cy="501779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 dirty="0">
                <a:solidFill>
                  <a:schemeClr val="tx1"/>
                </a:solidFill>
              </a:rPr>
              <a:t>Welcome to our Fast Food Train</a:t>
            </a:r>
          </a:p>
        </p:txBody>
      </p:sp>
      <p:pic>
        <p:nvPicPr>
          <p:cNvPr id="6" name="Picture 5" descr="A plate of food&#10;&#10;Description automatically generated with medium confidence">
            <a:extLst>
              <a:ext uri="{FF2B5EF4-FFF2-40B4-BE49-F238E27FC236}">
                <a16:creationId xmlns:a16="http://schemas.microsoft.com/office/drawing/2014/main" id="{597ADB96-227C-533F-705D-D0EC549CAE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1881" y="1090469"/>
            <a:ext cx="2854725" cy="2854725"/>
          </a:xfrm>
          <a:prstGeom prst="rect">
            <a:avLst/>
          </a:prstGeom>
        </p:spPr>
      </p:pic>
      <p:sp>
        <p:nvSpPr>
          <p:cNvPr id="9" name="TextBox 8">
            <a:hlinkClick r:id="rId2" action="ppaction://hlinksldjump"/>
            <a:extLst>
              <a:ext uri="{FF2B5EF4-FFF2-40B4-BE49-F238E27FC236}">
                <a16:creationId xmlns:a16="http://schemas.microsoft.com/office/drawing/2014/main" id="{A0247972-E2F7-5982-11F0-23B98A5C436C}"/>
              </a:ext>
            </a:extLst>
          </p:cNvPr>
          <p:cNvSpPr txBox="1"/>
          <p:nvPr/>
        </p:nvSpPr>
        <p:spPr>
          <a:xfrm>
            <a:off x="1863587" y="4031677"/>
            <a:ext cx="15016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BDT 20 </a:t>
            </a:r>
            <a:r>
              <a:rPr lang="en-US" dirty="0" err="1">
                <a:solidFill>
                  <a:schemeClr val="tx1"/>
                </a:solidFill>
              </a:rPr>
              <a:t>tk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C931D3-6D9C-EBB7-D73F-5DB1AE0A6126}"/>
              </a:ext>
            </a:extLst>
          </p:cNvPr>
          <p:cNvSpPr txBox="1"/>
          <p:nvPr/>
        </p:nvSpPr>
        <p:spPr>
          <a:xfrm>
            <a:off x="7968782" y="4031677"/>
            <a:ext cx="17160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BDT 10 </a:t>
            </a:r>
            <a:r>
              <a:rPr lang="en-US" dirty="0" err="1">
                <a:solidFill>
                  <a:schemeClr val="tx1"/>
                </a:solidFill>
              </a:rPr>
              <a:t>tk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94657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9FA68FC-0A96-D010-9060-A870413D05E1}"/>
              </a:ext>
            </a:extLst>
          </p:cNvPr>
          <p:cNvSpPr/>
          <p:nvPr/>
        </p:nvSpPr>
        <p:spPr>
          <a:xfrm>
            <a:off x="122903" y="-55147"/>
            <a:ext cx="12192000" cy="68580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AutoShape 4">
            <a:extLst>
              <a:ext uri="{FF2B5EF4-FFF2-40B4-BE49-F238E27FC236}">
                <a16:creationId xmlns:a16="http://schemas.microsoft.com/office/drawing/2014/main" id="{C7BC32A1-4617-A4A5-DFCC-F4C0ECBA3D3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14103" y="3345426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AutoShape 6">
            <a:extLst>
              <a:ext uri="{FF2B5EF4-FFF2-40B4-BE49-F238E27FC236}">
                <a16:creationId xmlns:a16="http://schemas.microsoft.com/office/drawing/2014/main" id="{8C5834F0-1523-7A9D-86F6-0CED8D68794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53241" y="3040626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BD333D-7F3A-F0AC-2BC5-C5EA12ADCDB9}"/>
              </a:ext>
            </a:extLst>
          </p:cNvPr>
          <p:cNvSpPr/>
          <p:nvPr/>
        </p:nvSpPr>
        <p:spPr>
          <a:xfrm>
            <a:off x="1079724" y="1125794"/>
            <a:ext cx="4305076" cy="52038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B79E9D5-5F66-3A90-CEF7-F0C07E6E0FBB}"/>
              </a:ext>
            </a:extLst>
          </p:cNvPr>
          <p:cNvSpPr/>
          <p:nvPr/>
        </p:nvSpPr>
        <p:spPr>
          <a:xfrm>
            <a:off x="224568" y="238181"/>
            <a:ext cx="9075174" cy="501779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 dirty="0">
                <a:solidFill>
                  <a:schemeClr val="tx1"/>
                </a:solidFill>
              </a:rPr>
              <a:t>Welcome to our Fast Food Train</a:t>
            </a:r>
          </a:p>
        </p:txBody>
      </p:sp>
      <p:pic>
        <p:nvPicPr>
          <p:cNvPr id="2" name="Picture 1" descr="A picture containing food, dish, snack food&#10;&#10;Description automatically generated">
            <a:extLst>
              <a:ext uri="{FF2B5EF4-FFF2-40B4-BE49-F238E27FC236}">
                <a16:creationId xmlns:a16="http://schemas.microsoft.com/office/drawing/2014/main" id="{6D8F8CF4-A463-BFF2-747A-711252A65B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3508" y="1422400"/>
            <a:ext cx="3877507" cy="4553424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A4620AE-9324-4302-CBB6-140E08DE826C}"/>
              </a:ext>
            </a:extLst>
          </p:cNvPr>
          <p:cNvSpPr/>
          <p:nvPr/>
        </p:nvSpPr>
        <p:spPr>
          <a:xfrm>
            <a:off x="6381135" y="1422400"/>
            <a:ext cx="2625213" cy="501779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solidFill>
                  <a:schemeClr val="tx1"/>
                </a:solidFill>
              </a:rPr>
              <a:t>Kolija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Singara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F10F9EF-0342-4C90-BA9E-8D93B60E3576}"/>
              </a:ext>
            </a:extLst>
          </p:cNvPr>
          <p:cNvSpPr/>
          <p:nvPr/>
        </p:nvSpPr>
        <p:spPr>
          <a:xfrm>
            <a:off x="6381135" y="2104840"/>
            <a:ext cx="1012723" cy="501779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Quantity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99E4D76-EFE3-E869-D429-A69943AA9482}"/>
              </a:ext>
            </a:extLst>
          </p:cNvPr>
          <p:cNvSpPr/>
          <p:nvPr/>
        </p:nvSpPr>
        <p:spPr>
          <a:xfrm>
            <a:off x="6381135" y="2924277"/>
            <a:ext cx="2625213" cy="501779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dirty="0">
                <a:solidFill>
                  <a:schemeClr val="tx1"/>
                </a:solidFill>
              </a:rPr>
              <a:t>BDT 20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611E7D9-B4E1-DAF9-BE15-E364D1DA4A8D}"/>
              </a:ext>
            </a:extLst>
          </p:cNvPr>
          <p:cNvSpPr/>
          <p:nvPr/>
        </p:nvSpPr>
        <p:spPr>
          <a:xfrm>
            <a:off x="6381134" y="3793238"/>
            <a:ext cx="2918607" cy="85742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Buy Now</a:t>
            </a: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name="ComboBox1" r:id="rId1" imgW="876240" imgH="289440"/>
        </mc:Choice>
        <mc:Fallback>
          <p:control name="ComboBox1" r:id="rId1" imgW="876240" imgH="289440">
            <p:pic>
              <p:nvPicPr>
                <p:cNvPr id="15" name="ComboBox1">
                  <a:extLst>
                    <a:ext uri="{FF2B5EF4-FFF2-40B4-BE49-F238E27FC236}">
                      <a16:creationId xmlns:a16="http://schemas.microsoft.com/office/drawing/2014/main" id="{0F01AC67-1078-3C50-BFEC-BC13150D61A4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512050" y="2271713"/>
                  <a:ext cx="877888" cy="285750"/>
                </a:xfrm>
                <a:prstGeom prst="rect">
                  <a:avLst/>
                </a:prstGeom>
              </p:spPr>
            </p:pic>
          </p:control>
        </mc:Fallback>
      </mc:AlternateContent>
    </p:controls>
    <p:extLst>
      <p:ext uri="{BB962C8B-B14F-4D97-AF65-F5344CB8AC3E}">
        <p14:creationId xmlns:p14="http://schemas.microsoft.com/office/powerpoint/2010/main" val="1354877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D9561D8-7570-4AB2-A734-D712F98E66E9}"/>
              </a:ext>
            </a:extLst>
          </p:cNvPr>
          <p:cNvSpPr/>
          <p:nvPr/>
        </p:nvSpPr>
        <p:spPr>
          <a:xfrm>
            <a:off x="5899355" y="-81910"/>
            <a:ext cx="6292645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737F74-C672-66CF-2F71-21CABE095880}"/>
              </a:ext>
            </a:extLst>
          </p:cNvPr>
          <p:cNvSpPr/>
          <p:nvPr/>
        </p:nvSpPr>
        <p:spPr>
          <a:xfrm>
            <a:off x="6587612" y="328656"/>
            <a:ext cx="4149213" cy="6292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 dirty="0">
                <a:solidFill>
                  <a:schemeClr val="tx1"/>
                </a:solidFill>
              </a:rPr>
              <a:t>Secure Payment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90E06A-68B3-2B0C-C584-A2F32EC870E1}"/>
              </a:ext>
            </a:extLst>
          </p:cNvPr>
          <p:cNvSpPr txBox="1"/>
          <p:nvPr/>
        </p:nvSpPr>
        <p:spPr>
          <a:xfrm>
            <a:off x="6854750" y="2109627"/>
            <a:ext cx="1445342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Admin Log In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E4A6245-6A9D-3ABF-EF51-6CA8039C2256}"/>
              </a:ext>
            </a:extLst>
          </p:cNvPr>
          <p:cNvSpPr/>
          <p:nvPr/>
        </p:nvSpPr>
        <p:spPr>
          <a:xfrm>
            <a:off x="6489291" y="2966290"/>
            <a:ext cx="1966451" cy="38940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Number</a:t>
            </a:r>
            <a:r>
              <a:rPr lang="en-US" dirty="0"/>
              <a:t> :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4B9AEBF-88EE-758D-96F1-6122CB5BC35B}"/>
              </a:ext>
            </a:extLst>
          </p:cNvPr>
          <p:cNvSpPr/>
          <p:nvPr/>
        </p:nvSpPr>
        <p:spPr>
          <a:xfrm>
            <a:off x="6489291" y="3471634"/>
            <a:ext cx="4522838" cy="3693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EBCD4B6-8F98-CD15-B63C-2DC81E303302}"/>
              </a:ext>
            </a:extLst>
          </p:cNvPr>
          <p:cNvSpPr/>
          <p:nvPr/>
        </p:nvSpPr>
        <p:spPr>
          <a:xfrm>
            <a:off x="6501581" y="4070176"/>
            <a:ext cx="1720644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Password</a:t>
            </a:r>
            <a:r>
              <a:rPr lang="en-US" dirty="0"/>
              <a:t>: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503C3CE-E1F5-ED32-FE40-DB2042C934BE}"/>
              </a:ext>
            </a:extLst>
          </p:cNvPr>
          <p:cNvSpPr/>
          <p:nvPr/>
        </p:nvSpPr>
        <p:spPr>
          <a:xfrm>
            <a:off x="6489291" y="4470759"/>
            <a:ext cx="4522838" cy="3693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hlinkClick r:id="rId2" action="ppaction://hlinksldjump"/>
            <a:extLst>
              <a:ext uri="{FF2B5EF4-FFF2-40B4-BE49-F238E27FC236}">
                <a16:creationId xmlns:a16="http://schemas.microsoft.com/office/drawing/2014/main" id="{6ECC876E-30B9-B43C-CFCC-9080AE69F2D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00800" y="5108540"/>
            <a:ext cx="4522838" cy="58993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rgbClr val="002060"/>
                </a:solidFill>
              </a:rPr>
              <a:t>Pay</a:t>
            </a:r>
            <a:endParaRPr lang="en-US" b="1" dirty="0">
              <a:solidFill>
                <a:srgbClr val="00206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9364B1E-4B04-EA95-D8E4-B1BC105E8C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887" y="-73308"/>
            <a:ext cx="5938242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E77F949-9B68-F065-9930-7008142495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1903" y="1138285"/>
            <a:ext cx="238125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4430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0423628-96FB-6680-A9D1-1073AE75CEAB}"/>
              </a:ext>
            </a:extLst>
          </p:cNvPr>
          <p:cNvSpPr/>
          <p:nvPr/>
        </p:nvSpPr>
        <p:spPr>
          <a:xfrm>
            <a:off x="2438400" y="1740310"/>
            <a:ext cx="7236542" cy="3028335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dirty="0">
                <a:solidFill>
                  <a:schemeClr val="tx1"/>
                </a:solidFill>
              </a:rPr>
              <a:t>Payment Successful</a:t>
            </a:r>
          </a:p>
        </p:txBody>
      </p:sp>
      <p:sp>
        <p:nvSpPr>
          <p:cNvPr id="3" name="Rectangle 2">
            <a:hlinkClick r:id="rId2" action="ppaction://hlinksldjump"/>
            <a:extLst>
              <a:ext uri="{FF2B5EF4-FFF2-40B4-BE49-F238E27FC236}">
                <a16:creationId xmlns:a16="http://schemas.microsoft.com/office/drawing/2014/main" id="{C1EE964B-63CC-7BD7-FD28-A5D976C69DA1}"/>
              </a:ext>
            </a:extLst>
          </p:cNvPr>
          <p:cNvSpPr/>
          <p:nvPr/>
        </p:nvSpPr>
        <p:spPr>
          <a:xfrm>
            <a:off x="3598606" y="3824749"/>
            <a:ext cx="4876800" cy="58010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Back on Homepage</a:t>
            </a:r>
          </a:p>
        </p:txBody>
      </p:sp>
    </p:spTree>
    <p:extLst>
      <p:ext uri="{BB962C8B-B14F-4D97-AF65-F5344CB8AC3E}">
        <p14:creationId xmlns:p14="http://schemas.microsoft.com/office/powerpoint/2010/main" val="29560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309</TotalTime>
  <Words>82</Words>
  <Application>Microsoft Office PowerPoint</Application>
  <PresentationFormat>Widescreen</PresentationFormat>
  <Paragraphs>33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MD.AL-IMRAN SAYEM</dc:creator>
  <cp:lastModifiedBy>MD.AL-IMRAN SAYEM</cp:lastModifiedBy>
  <cp:revision>8</cp:revision>
  <dcterms:created xsi:type="dcterms:W3CDTF">2022-12-05T13:02:24Z</dcterms:created>
  <dcterms:modified xsi:type="dcterms:W3CDTF">2023-01-02T04:45:13Z</dcterms:modified>
</cp:coreProperties>
</file>